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F3A5F"/>
                </a:solidFill>
              </a:rPr>
              <a:t>Недельная сводка W16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55555"/>
                </a:solidFill>
              </a:rPr>
              <a:t>21-27 апреля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0"/>
            <a:ext cx="8046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55555"/>
                </a:solidFill>
              </a:rPr>
              <a:t>ABC Home  ·  Озон + WB  ·  для понедельничного созвона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Продажи по каналам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Озон: 8.4 млн ₽ (+4% WoW), 18 320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WB:   5.1 млн ₽ (−2% WoW), 11 460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F3A5F"/>
                </a:solidFill>
              </a:rPr>
              <a:t>Итого: 13.5 млн ₽ (+2% WoW), 29 780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Категории: посуда 38% · стирка 27% · уборка 18% · сантехника 9% · кухня 5% · стекло 3%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План vs факт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Выручка:           план 13.2 / факт 13.5 (+2%)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Штуки:             план 29 500 / факт 29 780 (+1%)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Возвраты:          план 2.8% / факт 3.1% (хуже)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Средний чек:       план 453 / факт 454 (норма)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Доля Озон:         план 62% / факт 62%  (норма)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Доля промо-цены:   план 18% / факт 22%  (хуже)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Топ движения SKU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ABC-POSUDA-500    посуда     +12% WoW   1 240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ABC-GEL-COLOR-1.5 стирка     +5% WoW    920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ABC-CLEAN-FLOOR   уборка     −3% WoW    480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ABC-WC-FOAM       сантехника −8% WoW    310 шт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ABC-MEKO-CAPS-30  стирка     стабильно  280 шт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3A5F"/>
                </a:solidFill>
              </a:rPr>
              <a:t>Highlights недели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555555"/>
                </a:solidFill>
              </a:rPr>
              <a:t>• Промо на «посуда 500ml» дало +12% — задержим ещё на 2 недели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• Возвраты по «WC-foam»: пользователи жалуются на дозатор — задача в Q&amp;A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E8B57"/>
                </a:solidFill>
              </a:rPr>
              <a:t>• Сибирский кластер: «гель цветной» +18%, появился пик в воскресенье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C0392B"/>
                </a:solidFill>
              </a:rPr>
              <a:t>• WB не дали слот на отгрузку категории «уборка» — следующая неделя под риском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