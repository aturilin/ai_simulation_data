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</a:rPr>
              <a:t>Недельная сводка W17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55555"/>
                </a:solidFill>
              </a:rPr>
              <a:t>28 апреля - 4 мая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ABC Home  ·  Озон + WB  ·  для понедельничного созвона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Продажи по каналам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Озон: 8.9 млн ₽ (+6% WoW), 19 540 шт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WB:   5.0 млн ₽ (−1% WoW), 11 280 шт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Итого: 13.9 млн ₽ (+3% WoW), 30 820 шт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Категории: посуда 40% · стирка 26% · уборка 17% · сантехника 9% · кухня 5% · стекло 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План vs факт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E8B57"/>
                </a:solidFill>
              </a:rPr>
              <a:t>Выручка:           план 13.5 / факт 13.9 (+3%)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E8B57"/>
                </a:solidFill>
              </a:rPr>
              <a:t>Штуки:             план 30 000 / факт 30 820 (+3%)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E8B57"/>
                </a:solidFill>
              </a:rPr>
              <a:t>Возвраты:          план 2.8% / факт 2.6% (лучше)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Средний чек:       план 451 / факт 451 (норма)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Доля Озон:         план 63% / факт 64% (норма)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Доля промо-цены:   план 18% / факт 19% (норма)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Топ движения SKU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E8B57"/>
                </a:solidFill>
              </a:rPr>
              <a:t>ABC-POSUDA-500    посуда     +9% WoW    1 350 шт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E8B57"/>
                </a:solidFill>
              </a:rPr>
              <a:t>ABC-GEL-COLOR-1.5 стирка     +4% WoW    960 шт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E8B57"/>
                </a:solidFill>
              </a:rPr>
              <a:t>ABC-CLEAN-FLOOR   уборка     +2% WoW    490 шт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ABC-WC-FOAM       сантехника +1% WoW    315 шт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E8B57"/>
                </a:solidFill>
              </a:rPr>
              <a:t>ABC-MEKO-CAPS-30  стирка     +18% WoW   330 шт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Highlights недели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E8B57"/>
                </a:solidFill>
              </a:rPr>
              <a:t>• «Капсулы 30шт» дали +18% — расследуем источник (возможно, блогер)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E8B57"/>
                </a:solidFill>
              </a:rPr>
              <a:t>• Возвраты по «WC-foam» снизились — Q&amp;A сработало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E8B57"/>
                </a:solidFill>
              </a:rPr>
              <a:t>• Слот WB по «уборке» получили со второй попытки, отгрузка прошла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C0392B"/>
                </a:solidFill>
              </a:rPr>
              <a:t>• Кластер «Северо-Западный» стабильно ниже на 5% — нужен анализ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